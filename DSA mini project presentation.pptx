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00C79-7D21-4F1D-9D28-051A28826AA9}" v="1" dt="2025-11-13T07:12:21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sh Rao" userId="455a2d20824a94f2" providerId="LiveId" clId="{CB263F17-7BE6-4B27-9929-08EBCF219DC6}"/>
    <pc:docChg chg="custSel modSld">
      <pc:chgData name="Dhanush Rao" userId="455a2d20824a94f2" providerId="LiveId" clId="{CB263F17-7BE6-4B27-9929-08EBCF219DC6}" dt="2025-11-13T07:12:31.510" v="8" actId="14100"/>
      <pc:docMkLst>
        <pc:docMk/>
      </pc:docMkLst>
      <pc:sldChg chg="addSp delSp modSp mod">
        <pc:chgData name="Dhanush Rao" userId="455a2d20824a94f2" providerId="LiveId" clId="{CB263F17-7BE6-4B27-9929-08EBCF219DC6}" dt="2025-11-13T07:12:31.510" v="8" actId="14100"/>
        <pc:sldMkLst>
          <pc:docMk/>
          <pc:sldMk cId="4085322311" sldId="269"/>
        </pc:sldMkLst>
        <pc:spChg chg="del">
          <ac:chgData name="Dhanush Rao" userId="455a2d20824a94f2" providerId="LiveId" clId="{CB263F17-7BE6-4B27-9929-08EBCF219DC6}" dt="2025-11-13T06:50:45.534" v="0" actId="22"/>
          <ac:spMkLst>
            <pc:docMk/>
            <pc:sldMk cId="4085322311" sldId="269"/>
            <ac:spMk id="3" creationId="{85F09C43-6D82-0431-A09A-594F2418B031}"/>
          </ac:spMkLst>
        </pc:spChg>
        <pc:spChg chg="add del mod">
          <ac:chgData name="Dhanush Rao" userId="455a2d20824a94f2" providerId="LiveId" clId="{CB263F17-7BE6-4B27-9929-08EBCF219DC6}" dt="2025-11-13T07:12:21.873" v="5"/>
          <ac:spMkLst>
            <pc:docMk/>
            <pc:sldMk cId="4085322311" sldId="269"/>
            <ac:spMk id="4" creationId="{31C03FCA-72A0-68EA-EAE1-3196BF5FB9A9}"/>
          </ac:spMkLst>
        </pc:spChg>
        <pc:picChg chg="add del mod ord">
          <ac:chgData name="Dhanush Rao" userId="455a2d20824a94f2" providerId="LiveId" clId="{CB263F17-7BE6-4B27-9929-08EBCF219DC6}" dt="2025-11-13T07:12:20.654" v="4" actId="478"/>
          <ac:picMkLst>
            <pc:docMk/>
            <pc:sldMk cId="4085322311" sldId="269"/>
            <ac:picMk id="5" creationId="{70C726F7-4422-0118-27F8-66F5D40AB47F}"/>
          </ac:picMkLst>
        </pc:picChg>
        <pc:picChg chg="add mod">
          <ac:chgData name="Dhanush Rao" userId="455a2d20824a94f2" providerId="LiveId" clId="{CB263F17-7BE6-4B27-9929-08EBCF219DC6}" dt="2025-11-13T07:12:31.510" v="8" actId="14100"/>
          <ac:picMkLst>
            <pc:docMk/>
            <pc:sldMk cId="4085322311" sldId="269"/>
            <ac:picMk id="7" creationId="{9016E6AD-6716-E6C9-045D-22B2753EB7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81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797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83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39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9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19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3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15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78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45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1833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7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0634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20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441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42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56AC9-3E66-451E-970D-ACFF4A731C3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94FDA78-D888-455A-93F8-C0EE8E2A3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16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D61A-E706-B175-F09A-C4D8166664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DSA Mini Project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9B31B-2539-BBFC-FD4E-6A8A276CC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400" b="1" dirty="0"/>
              <a:t>Title:</a:t>
            </a:r>
            <a:r>
              <a:rPr lang="en-US" sz="4400" dirty="0"/>
              <a:t> </a:t>
            </a:r>
            <a:r>
              <a:rPr lang="en-US" sz="4400" i="1" dirty="0"/>
              <a:t>Lossless File Compression using Huffman Coding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108284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E0B39-0753-1087-38E7-E88276D01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Name:</a:t>
            </a:r>
            <a:r>
              <a:rPr lang="en-US" sz="3200" dirty="0"/>
              <a:t> Chandan Kumar K (PES2UG24CS128)</a:t>
            </a:r>
            <a:br>
              <a:rPr lang="en-US" sz="3200" dirty="0"/>
            </a:br>
            <a:r>
              <a:rPr lang="en-US" sz="3200" dirty="0"/>
              <a:t>		      Dhanush Rao (PES2UG24CS153)</a:t>
            </a:r>
            <a:br>
              <a:rPr lang="en-US" sz="3200" dirty="0"/>
            </a:br>
            <a:r>
              <a:rPr lang="en-US" sz="3200" dirty="0"/>
              <a:t>		      Gowtham L (PES2UG24CS171)</a:t>
            </a:r>
            <a:br>
              <a:rPr lang="en-US" sz="3200" dirty="0"/>
            </a:br>
            <a:r>
              <a:rPr lang="en-US" sz="3200" b="1" dirty="0"/>
              <a:t>Course:</a:t>
            </a:r>
            <a:r>
              <a:rPr lang="en-US" sz="3200" dirty="0"/>
              <a:t> </a:t>
            </a:r>
            <a:r>
              <a:rPr lang="en-US" sz="3200" dirty="0" err="1"/>
              <a:t>B.Tech</a:t>
            </a:r>
            <a:r>
              <a:rPr lang="en-US" sz="3200" dirty="0"/>
              <a:t> CSE</a:t>
            </a:r>
            <a:br>
              <a:rPr lang="en-US" sz="3200" dirty="0"/>
            </a:br>
            <a:r>
              <a:rPr lang="en-US" sz="3200" b="1" dirty="0"/>
              <a:t>Tools Used:</a:t>
            </a:r>
            <a:r>
              <a:rPr lang="en-US" sz="3200" dirty="0"/>
              <a:t> C Language (GCC Compiler)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6146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B5C4-5F66-42DF-D95C-3C66C1E2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641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CCF70A-DF14-4F87-290E-442171192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2955" y="2422756"/>
            <a:ext cx="1000923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compression reduces the size of files for efficient storage and transfer.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Huffman Coding is a lossless compression algorithm — no data is lost.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encodes frequently occurring characters using shorter binary codes.</a:t>
            </a:r>
          </a:p>
        </p:txBody>
      </p:sp>
    </p:spTree>
    <p:extLst>
      <p:ext uri="{BB962C8B-B14F-4D97-AF65-F5344CB8AC3E}">
        <p14:creationId xmlns:p14="http://schemas.microsoft.com/office/powerpoint/2010/main" val="2145523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A39C-306D-6A16-341A-F0B0A469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406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1C53B-77C6-7DCF-0EC0-272C319A0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Create a C program to </a:t>
            </a:r>
            <a:r>
              <a:rPr lang="en-US" sz="2000" b="1" dirty="0"/>
              <a:t>compress and decompress files</a:t>
            </a:r>
            <a:r>
              <a:rPr lang="en-US" sz="2000" dirty="0"/>
              <a:t> using Huffman coding.</a:t>
            </a:r>
          </a:p>
          <a:p>
            <a:r>
              <a:rPr lang="en-US" sz="2000" dirty="0"/>
              <a:t>The system should:</a:t>
            </a:r>
          </a:p>
          <a:p>
            <a:pPr lvl="1"/>
            <a:r>
              <a:rPr lang="en-US" sz="2000" dirty="0"/>
              <a:t>Build an optimal binary encoding tree.</a:t>
            </a:r>
          </a:p>
          <a:p>
            <a:pPr lvl="1"/>
            <a:r>
              <a:rPr lang="en-US" sz="2000" dirty="0"/>
              <a:t>Encode and decode files </a:t>
            </a:r>
            <a:r>
              <a:rPr lang="en-US" sz="2000" dirty="0" err="1"/>
              <a:t>losslessly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Reduce file size by ~30–50% on average.</a:t>
            </a:r>
          </a:p>
        </p:txBody>
      </p:sp>
    </p:spTree>
    <p:extLst>
      <p:ext uri="{BB962C8B-B14F-4D97-AF65-F5344CB8AC3E}">
        <p14:creationId xmlns:p14="http://schemas.microsoft.com/office/powerpoint/2010/main" val="154840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B49F6-59CD-8E31-1E7D-3E01727C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6077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C9A590-350B-38D8-7298-EDCFF7AC48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0521" y="1802442"/>
            <a:ext cx="959737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lossless data compression in C.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how trees and priority queues are used in real-world algorithms.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bit-level file operations.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original and compressed file sizes.</a:t>
            </a:r>
          </a:p>
        </p:txBody>
      </p:sp>
    </p:spTree>
    <p:extLst>
      <p:ext uri="{BB962C8B-B14F-4D97-AF65-F5344CB8AC3E}">
        <p14:creationId xmlns:p14="http://schemas.microsoft.com/office/powerpoint/2010/main" val="223141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A141-7383-ABC3-A1D7-2C68935B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/>
          <a:lstStyle/>
          <a:p>
            <a:r>
              <a:rPr lang="en-IN" dirty="0"/>
              <a:t>What is Huffman Coding?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2F509-AB5F-BBF3-B1DA-80C526858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Invented by </a:t>
            </a:r>
            <a:r>
              <a:rPr lang="en-US" b="1" dirty="0"/>
              <a:t>David Huffman in 1952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variable-length encoding algorithm</a:t>
            </a:r>
            <a:r>
              <a:rPr lang="en-US" dirty="0"/>
              <a:t> — frequent symbols get shorter codes.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Works by building a </a:t>
            </a:r>
            <a:r>
              <a:rPr lang="en-US" b="1" dirty="0"/>
              <a:t>binary tree</a:t>
            </a:r>
            <a:r>
              <a:rPr lang="en-US" dirty="0"/>
              <a:t> based on symbol frequencies.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Used in ZIP, JPEG, MP3, and many other compression systems.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96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EDDC-F7B6-F976-618C-E78D79D8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/>
          <a:lstStyle/>
          <a:p>
            <a:r>
              <a:rPr lang="en-IN" dirty="0"/>
              <a:t>Working Principle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E87900-28CD-AE08-33B8-C83A8275FB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72285"/>
            <a:ext cx="749327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frequency of every character.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tree where lower frequency nodes are deeper.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‘0’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left edge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‘1’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right edge.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binary codes for each character.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 file → Write compressed output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87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5311-8FE7-AF5F-F16B-A5860540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6413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CDA15-3CAC-36CE-7816-A6E4D3A1D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Modules: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Input Module (Read file &amp; count frequency)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Huffman Tree Construction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Encoding Module (Bit writing)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File Header Writer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Decoding Module (Bit reading &amp; tree traversal)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Output Writer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39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D30E-6341-4DBD-DC8E-4D41C5E0B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5742"/>
          </a:xfrm>
        </p:spPr>
        <p:txBody>
          <a:bodyPr/>
          <a:lstStyle/>
          <a:p>
            <a:r>
              <a:rPr lang="en-IN" dirty="0"/>
              <a:t>Data Structures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BAAA3-0EC7-A408-268B-0D4DC6568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Struct Node:</a:t>
            </a:r>
            <a:r>
              <a:rPr lang="en-IN" dirty="0"/>
              <a:t> Represents each tree node.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Struct </a:t>
            </a:r>
            <a:r>
              <a:rPr lang="en-IN" b="1" dirty="0" err="1"/>
              <a:t>ListNode</a:t>
            </a:r>
            <a:r>
              <a:rPr lang="en-IN" b="1" dirty="0"/>
              <a:t>:</a:t>
            </a:r>
            <a:r>
              <a:rPr lang="en-IN" dirty="0"/>
              <a:t> Linked list node used for priority queue.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Struct Code:</a:t>
            </a:r>
            <a:r>
              <a:rPr lang="en-IN" dirty="0"/>
              <a:t> Stores binary code for each byte.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err="1"/>
              <a:t>BitReader</a:t>
            </a:r>
            <a:r>
              <a:rPr lang="en-IN" b="1" dirty="0"/>
              <a:t> / </a:t>
            </a:r>
            <a:r>
              <a:rPr lang="en-IN" b="1" dirty="0" err="1"/>
              <a:t>BitWriter</a:t>
            </a:r>
            <a:r>
              <a:rPr lang="en-IN" b="1" dirty="0"/>
              <a:t>:</a:t>
            </a:r>
            <a:r>
              <a:rPr lang="en-IN" dirty="0"/>
              <a:t> Handles bit-level file I/O.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44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4DEE-F3EB-EDB7-B220-E65B34DB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4903"/>
          </a:xfrm>
        </p:spPr>
        <p:txBody>
          <a:bodyPr/>
          <a:lstStyle/>
          <a:p>
            <a:r>
              <a:rPr lang="en-IN" dirty="0"/>
              <a:t>Algorithm (Compression Phase)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5BA3-8117-C931-CBBD-BC0042119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Read input file and calculate frequency of each byte.</a:t>
            </a:r>
            <a:br>
              <a:rPr lang="en-IN" dirty="0"/>
            </a:b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Build Huffman tree using linked list as a min-priority queue.</a:t>
            </a:r>
            <a:br>
              <a:rPr lang="en-IN" dirty="0"/>
            </a:b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Generate Huffman codes for each symbol (recursive DFS).</a:t>
            </a:r>
            <a:br>
              <a:rPr lang="en-IN" dirty="0"/>
            </a:b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Write header: magic bytes, file size, frequency table.</a:t>
            </a:r>
            <a:br>
              <a:rPr lang="en-IN" dirty="0"/>
            </a:b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Encode and write compressed bitstream.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80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F431-04BC-3D1B-3D38-049BED1CF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574"/>
          </a:xfrm>
        </p:spPr>
        <p:txBody>
          <a:bodyPr/>
          <a:lstStyle/>
          <a:p>
            <a:r>
              <a:rPr lang="en-IN" dirty="0"/>
              <a:t>File Format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C167D4-3882-6950-5932-2AFED2473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53540"/>
            <a:ext cx="7306695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97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BC05-0E8E-FC55-1F0A-A238BC93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3726"/>
          </a:xfrm>
        </p:spPr>
        <p:txBody>
          <a:bodyPr/>
          <a:lstStyle/>
          <a:p>
            <a:r>
              <a:rPr lang="en-IN" dirty="0"/>
              <a:t>Implementation Details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C69E09-AD69-AC33-BADC-F09A4A8A74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23326"/>
            <a:ext cx="823069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(C11 Standard)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external libraries used.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fopen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fwrite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(), and bit manipulation.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empty files and single-symbol files.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portable across platforms (Windows/Linux).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562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9D8F-F557-02C1-C6DD-21B948EA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4735"/>
          </a:xfrm>
        </p:spPr>
        <p:txBody>
          <a:bodyPr/>
          <a:lstStyle/>
          <a:p>
            <a:r>
              <a:rPr lang="en-IN" dirty="0"/>
              <a:t>Screenshot / Demo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16E6AD-6716-E6C9-045D-22B2753EB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34677"/>
            <a:ext cx="10214013" cy="5184109"/>
          </a:xfrm>
        </p:spPr>
      </p:pic>
    </p:spTree>
    <p:extLst>
      <p:ext uri="{BB962C8B-B14F-4D97-AF65-F5344CB8AC3E}">
        <p14:creationId xmlns:p14="http://schemas.microsoft.com/office/powerpoint/2010/main" val="4085322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24AE-17A8-9428-4F24-B921C7B18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4568"/>
          </a:xfrm>
        </p:spPr>
        <p:txBody>
          <a:bodyPr/>
          <a:lstStyle/>
          <a:p>
            <a:r>
              <a:rPr lang="en-IN" dirty="0"/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9AF84-A64B-15A4-A624-CAC9C8993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Original file: 600 bytes</a:t>
            </a:r>
            <a:br>
              <a:rPr lang="en-US" dirty="0"/>
            </a:br>
            <a:r>
              <a:rPr lang="en-US" dirty="0"/>
              <a:t>Compressed file: 340 bytes</a:t>
            </a:r>
            <a:br>
              <a:rPr lang="en-US" dirty="0"/>
            </a:br>
            <a:r>
              <a:rPr lang="en-US" dirty="0"/>
              <a:t>Compression ratio ≈ </a:t>
            </a:r>
            <a:r>
              <a:rPr lang="en-US" b="1" dirty="0"/>
              <a:t>43% reduction</a:t>
            </a:r>
            <a:br>
              <a:rPr lang="en-US" dirty="0"/>
            </a:br>
            <a:r>
              <a:rPr lang="en-US" dirty="0"/>
              <a:t>Decompressed file perfectly matches the original.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006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FF16-3E8F-78D8-E731-92B4B607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7587"/>
          </a:xfrm>
        </p:spPr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D577-B239-A4FB-9503-3DA74F4A0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1149"/>
            <a:ext cx="8596668" cy="43502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Efficient storage and transfer.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Simple to implement using tree and linked list.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Completely lossless (no quality loss).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Universally applicable for text and binary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495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E1F6-4007-AF20-9121-BFA7B5FA6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5742"/>
          </a:xfrm>
        </p:spPr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F3288B-AC32-F4CE-3DE5-C59F616AEB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61825"/>
            <a:ext cx="594265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Canonical Huffman 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(smaller headers).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Huffman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(real-time encoding).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visualization.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heap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priority queue operations.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652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30A2-721F-5C8E-A81B-18355751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2225"/>
          </a:xfrm>
        </p:spPr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28B424-E491-89C6-1029-881B9DFC9F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61825"/>
            <a:ext cx="505779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ZIP and RAR file compression.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JPEG image compression.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MP3 and MPEG audio/video encoding.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transmission and network optimization.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11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732B-C7A8-AEC2-E851-E75D2DD4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920142-0AA4-9799-808A-FA5731066B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682" y="1548092"/>
            <a:ext cx="906337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Huffman coding provides an elegant, lossless, and efficient method of compression.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practical use of trees, linked lists, and bit manipulation in C.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deepened understanding of data structures and algorithms.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024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632</Words>
  <Application>Microsoft Office PowerPoint</Application>
  <PresentationFormat>Widescreen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Trebuchet MS</vt:lpstr>
      <vt:lpstr>Wingdings</vt:lpstr>
      <vt:lpstr>Wingdings 3</vt:lpstr>
      <vt:lpstr>Facet</vt:lpstr>
      <vt:lpstr> DSA Mini Project</vt:lpstr>
      <vt:lpstr>PowerPoint Presentation</vt:lpstr>
      <vt:lpstr>Introduction</vt:lpstr>
      <vt:lpstr>Problem Statement </vt:lpstr>
      <vt:lpstr>Objectives</vt:lpstr>
      <vt:lpstr>What is Huffman Coding?</vt:lpstr>
      <vt:lpstr>Working Principle</vt:lpstr>
      <vt:lpstr>System Architecture</vt:lpstr>
      <vt:lpstr>Data Structures Used</vt:lpstr>
      <vt:lpstr>Algorithm (Compression Phase)</vt:lpstr>
      <vt:lpstr>File Format Structure</vt:lpstr>
      <vt:lpstr>Implementation Details</vt:lpstr>
      <vt:lpstr>Screenshot / Demo</vt:lpstr>
      <vt:lpstr>Sample Output</vt:lpstr>
      <vt:lpstr>Advantages</vt:lpstr>
      <vt:lpstr>Future Enhancements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Rao</dc:creator>
  <cp:lastModifiedBy>Dhanush Rao</cp:lastModifiedBy>
  <cp:revision>1</cp:revision>
  <dcterms:created xsi:type="dcterms:W3CDTF">2025-11-12T19:05:20Z</dcterms:created>
  <dcterms:modified xsi:type="dcterms:W3CDTF">2025-11-13T07:12:40Z</dcterms:modified>
</cp:coreProperties>
</file>